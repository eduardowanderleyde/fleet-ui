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25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
  <Relationship Id="rId25" Type="http://schemas.openxmlformats.org/officeDocument/2006/relationships/slide" Target="slides/slide19.xml"/>
  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-5-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700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  <p:pic>
        <p:nvPicPr>
          <p:cNvPr id="6" name="Image 2" descr="print real da interface web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0000" y="1300000"/>
            <a:ext cx="3350000" cy="3200000"/>
          </a:xfrm>
          <a:prstGeom prst="rect">
            <a:avLst/>
          </a:prstGeom>
          <a:ln w="9525">
            <a:solidFill>
              <a:srgbClr val="2A2A2A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Relevância: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teach-and-repeat, nem o TaskSLAM-Bench (2025), nem o laboratório virtual de Alt et al. (2025) medem repetibilidade do replanejamento global em navegação — a pergunta que este framework responde segue em aberto na literatura.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real, depósito do pacote de replicação com DOI.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Reproduzido: </a:t>
            </a:r>
            <a:pPr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baselines idênticos em outra máquina (Ubuntu); LLM parcialmente reconfirmado.</a:t>
            </a:r>
            <a:endParaRPr lang="en-US" sz="11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Robótica — Como Funciona</a:t>
            </a:r>
            <a:endParaRPr lang="en-US" sz="26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0040" y="1024128"/>
            <a:ext cx="8503920" cy="35725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
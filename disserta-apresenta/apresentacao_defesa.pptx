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4" r:id="rId25"/>
    <p:sldId id="273" r:id="rId24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
  <Relationship Id="rId25" Type="http://schemas.openxmlformats.org/officeDocument/2006/relationships/slide" Target="slides/slide19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0584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para Experimentos de Repetibilidade em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Robótica Móvel com ROS 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063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UI — Defesa de Dissertação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206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Wanderley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Mestrado em Robótica — PPGCC/CIn — UFPE —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Motivação e contexto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Objetivos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Arquitetura do sistema + Agentes de IA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Papéis experimentais (MUUT / FUUT / SU)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Metodologia — record / replay / análise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Perguntas de pesquisa e hipóteses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Resultados e pilotos (FUUT e missão)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 Desafios técnicos + achado Cyclone DDS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 Trabalho futuro e conclusão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Reprodutibilidade é um pilar da ciência experimental em robótica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um resultado só tem validade científica se puder ser replicado.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multi-robô adicionam complexidade real: sincronização, sensores heterogêneos, coordenação.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Lacuna identificada: faltam frameworks open-source que integrem controle de frota, coleta síncrona de dados e análise de repetibilidade num pacote só.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interfaces nativas do ROS 2 são complexas demais pro dia a dia de um pesquisador.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completo — orquestração, coleta, análise — com interface web e arquitetura de papéis pensada pra testbeds distribuídos.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desenvolver e validar um framework de orquestração multi-robô para experimentos reprodutíveis de navegação autônoma com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ROS 2 com serviços de record / replay / go_to_point e controle de papéis.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síncrona de dados sensoriais em MCAP (scan, odom, IMU, pose).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análise: RMSE par a par, comprimento de percurso,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que controla o experimento sem expor o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em simulação Gazebo, preparando caminho para hardware real.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Sistema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(Fleet UI):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Vite, backend FastAPI, Missão Coordenada, painel de agentes de IA.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(fleet_orchestrator):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serviços ROS 2 — record / replay / go_to_point, suporte multi-robô.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robôs simultâneos com Nav2 completo causam salto de relógio simulado (TF inválido) — ativação 1 robô por vez, 70% de sucesso.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de dados: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bags MCAP por robô, QoS adaptado (scan / odom / imu / pose).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+ SLAM Toolbox, TF namespaceado por 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Gazebo Harmonic, TurtleBot4, xacro namespaceado.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Agentes de 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Planejamento, execução e análise via linguagem natural (API Claude/Anthropic).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 o pedido em português e decide quais ferramentas chamar.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os mesmos endpoints REST do frontend; sem acesso direto ao ROS 2; cada agente escopado a 1 robô.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lê o summary.json (RMSE, duração); leitura pura, nunca executa nada.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central: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só atua no próprio robô — um agente nunca move o robô de outro.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Papéis Experimentais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(Mobile Unit Under Test/Tasking): navega autonomamente, grava e reproduz rotas, coleta seus próprios sensores.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(Fixed Unit Under Test/Tasking): posição fixa, observa a passagem do MUUT, coleta dados de perspectiva externa. Não recebe comandos de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(Support Unit): infraestrutura de rede/monitoramento, relay ou gateway ROS 2. Sem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estrutural: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de navegação vindos de FUUT/SU são bloqueados no orquestrador — não é convenção, é regra aplicada em código.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Record: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waypoints via Nav2; TF vira YAML de rota + bag MCAP (baseline).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Replay ×N: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rota reproduzida N vezes via FollowWaypoints.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Análise: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odometria dos bags vira RMSE par a par +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Resultado: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summary.json consolidado (RMSE, duração, erro de endpoint).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repetições, o robô volta explicitamente ao ponto de partida (go_to_point) — condição necessária para comparação justa.</a:t>
            </a:r>
            <a:endParaRPr lang="en-US" sz="1300" dirty="0"/>
          </a:p>
        </p:txBody>
      </p:sp>
      <p:pic>
        <p:nvPicPr>
          <p:cNvPr id="6" name="Image 2" descr="/tmp/cbsoft_build/assets/rmse_conceit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2918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de Pesquisa e Hipóteses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 — Automação: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serviços ROS 2 + orquestrador bastam, sem código extra.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 — Repetibilidade: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RMSE 3,35 cm &lt; 25 cm (N=10).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 — Fora do protocolo: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exploratória — causalidade não estabelecida.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PP4 — Custo de engenharia: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funcional — esforço percebido não medido.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perguntas endereçadas, 2 corroboradas com número, 2 com evidência parcial — nenhuma refutada.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— Validação em Simulação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final: dissertation_clean01 — 10 réplicas independentes, relançadas do zero a cada uma.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médio: 3,35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(máx. 4,76 cm) contra a execução de referência.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final médio: 1,64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Duração média: 17,51 s (desvio 0,36 s).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complementar (dissertacao_teste1): mesmo mecanismo de navegação → RMSE 2,0 cm; mecanismo diferente → RMSE 13,9 cm (~7x maior).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métrica certa precisa comparar execuções que usam o mesmo mecanismo de navegação.</a:t>
            </a:r>
            <a:endParaRPr lang="en-US" sz="1300" dirty="0"/>
          </a:p>
        </p:txBody>
      </p:sp>
      <p:pic>
        <p:nvPicPr>
          <p:cNvPr id="6" name="Image 2" descr="/tmp/cbsoft_build/assets/overlay_trajetori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188720"/>
            <a:ext cx="338328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de Trajetória: Odom, SLAM e Ground Truth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contra a pose verdadeira do simulador (ground truth), 3 rotas de complexidade crescente, N=10 cada.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/odom: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cresce com a rota — de ~0 cm (curta) a 14,27 cm (loop fechado).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/pose (SLAM):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baixo e constante nas 3 rotas (~2–3 cm).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rota curta da campanha principal, a escolha da fonte não importa; em rotas longas, passa a ser decisiva.</a:t>
            </a:r>
            <a:endParaRPr lang="en-US" sz="13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FUUT — Primeira Evidência Empírica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Antes: só arquitetura, nunca testado. Agora: primeiro piloto real (N=3).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tb1 navega como MUUT; tb2 fica parado como FUUT, observando via LiDAR.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 réplicas, correspondência forte (confiança 0,86–0,96), discrepância 3–6 cm.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caminho: achado e correção ao vivo de um offset de ~90° na montagem do LiDAR (discrepância caiu de 2,8 m para poucos cm).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Preliminar — N pequeno, 1 rota, calibração ainda não confirmada contra o URDF.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Técnicos Superados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 namespaceado: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 TF dedicado por robô (lookup falhava silenciosamente).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cmd_vel por 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SDF gerado em runtime com tópico prefixado.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SLAM/scan: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do scan atrasado 2s depois do SLAM.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de argparse: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negativo exigia sintaxe --points=VALOR.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Recentes: Multi-Robô, CI e Confiabilidade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Xacro multi-robô: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prefixando tópicos gz-transport por robot_id.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não testava ROS de verdade: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novo falha se qualquer teste for pulado.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Repetibilidade mal-medida: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prioridade de detecção corrigida (amcl_pose → pose SLAM → odom).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órfãos: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os.setsid + os.killpg no painel de simulação.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Simultâneo — Achado Cyclone DDS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dá pra ligar os 2 robôs ao mesmo tempo de verdade, não só contornar com ativação sequencial?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DDS (padrão): 20%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 de 5) — pior que a ativação sequencial.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DDS: 100%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(10 de 10, 2 baterias) — 1 variável de ambiente, zero mudança de código.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 raiz confirmada no código-fonte do tf2: limiar de 1s fixo, não configurável — só a troca de middleware resolve.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Corroborado por um projeto real no GitHub com a mesma pilha. Candidato validado, ainda não adotado como padrão.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Futuro e Conclusão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Framework funcional em simulação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RMSE médio 3,35 cm (máx 4,76 cm) entre réplicas.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Multi-robô: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 (70%) + achado Cyclone DDS simultâneo (100%, 10/10).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Piloto FUUT: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evidência empírica (N=3, correspondência forte).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Alocação de missão: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interpreta 100% das missões; sem as distâncias reais fica até 54% acima do ótimo — arquitetura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Próximo: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adotar Cyclone DDS como padrão + campanha RMSE sob ativação simultânea; ampliar piloto FUUT; executar as missões no Gazebo com alocação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Também: baseline via play_route, backend ROS 2 nativo, validação em hardware real.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2834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Questões?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de Missão — LLM vs. Ótimo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em português → qual robô faz cada zona? A decisão é boa e repetível?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 fixo (painel atual), regra gulosa, ótimo exato e Claude — 15 missões, 200 decisões, só a decisão (sem Gazebo).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obstáculos: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no ótimo em 50/50, sempre com a mesma resposta.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estantes e paredes: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só com o mapa — 35/50 no ótimo, pior caso +54%, mesma resposta em 5/10 missões. Com as distâncias reais — 50/50.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certa — negação, robô que falhou no meio, nunca moveu o FUUT.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LLM interpreta a missão; o cálculo de caminho otimiza.</a:t>
            </a:r>
            <a:endParaRPr lang="en-US" sz="13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Robótica — Como Funciona</a:t>
            </a:r>
            <a:endParaRPr lang="en-US" sz="26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0040" y="1024128"/>
            <a:ext cx="8503920" cy="35725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Centro de Informatica - UFPE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Eduardo Wanderley</dc:creator>
  <cp:lastModifiedBy>Eduardo Wanderley</cp:lastModifiedBy>
  <cp:revision>1</cp:revision>
  <dcterms:created xsi:type="dcterms:W3CDTF">2026-10-12T19:35:32Z</dcterms:created>
  <dcterms:modified xsi:type="dcterms:W3CDTF">2026-10-12T19:35:32Z</dcterms:modified>
</cp:coreProperties>
</file>
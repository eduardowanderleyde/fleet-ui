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9" r:id="rId19"/>
    <p:sldId id="265" r:id="rId12"/>
    <p:sldId id="268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19" Type="http://schemas.openxmlformats.org/officeDocument/2006/relationships/slide" Target="slides/slide14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Seminário de Andamento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 de repetibilidade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e de confiabilidade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Reprodutibilidade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é um pilar da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ciência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experimental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em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robótica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Resultados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devem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ser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replicáveis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para ter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validade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científica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Sistemas multi-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robô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adicionam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sincronização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sensores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heterogéneos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Lacuna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identificada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Ausência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frameworks open-source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integrem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controlo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frota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coleta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síncrona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análise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Interfaces ROS 2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complexas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dificultam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configuração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investigadores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059669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059669"/>
                </a:solidFill>
                <a:latin typeface="Calibri"/>
              </a:rPr>
              <a:t>Proposta</a:t>
            </a:r>
            <a:endParaRPr sz="1800" b="1" dirty="0">
              <a:solidFill>
                <a:srgbClr val="059669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Framework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orquestração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→ coleta →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análise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repetibilidade</a:t>
            </a:r>
            <a:endParaRPr sz="1600" b="0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Interface web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abstrai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do ROS 2</a:t>
            </a: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Arquitetura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papéis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para testbeds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distribuídos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Missão Coordenada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Multi-robô via ativação sequencial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atua no seu próprio robô — um agente nunca move o robô de outro.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trajetórias.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detecção automática prioriza amcl_pose &gt; pose SLAM &gt; odom; MPPI documentado como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Avaliar se a camada de agentes de IA degrada a repetibilidade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Validação em hardware real — TurtleBot4 físico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920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67004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198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 via ativação sequencial (2 robôs, 70% sucesso) + camada de agentes de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16966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CI valida a parte ROS de verdade a cada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1947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baseline via play_route + avaliar impacto dos agentes de 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989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Fonte de Trajetória: Odometria, SLAM e 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odom vs. pose (SLAM) vs. ground truth nativo do Gazebo  ·  3 rotas, 10 réplicas 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RMSE vs. Ground Truth, por rota (N=10)</a:t>
            </a:r>
          </a:p>
        </p:txBody>
      </p:sp>
      <p:pic>
        <p:nvPicPr>
          <p:cNvPr id="60" name="Picture 60" descr="RMSE medio vs ground truth, por rota e fonte de trajetori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00000" cy="3214286"/>
          </a:xfrm>
          <a:prstGeom prst="rect">
            <a:avLst/>
          </a:prstGeom>
        </p:spPr>
      </p:pic>
      <p:sp>
        <p:nvSpPr>
          <p:cNvPr id="61" name="Rectangle 61"/>
          <p:cNvSpPr/>
          <p:nvPr/>
        </p:nvSpPr>
        <p:spPr>
          <a:xfrm>
            <a:off x="5757200" y="17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2"/>
          <p:cNvSpPr/>
          <p:nvPr/>
        </p:nvSpPr>
        <p:spPr>
          <a:xfrm>
            <a:off x="5757200" y="17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3"/>
          <p:cNvSpPr txBox="1"/>
          <p:nvPr/>
        </p:nvSpPr>
        <p:spPr>
          <a:xfrm>
            <a:off x="5894360" y="18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Maior diferença — Rota Loop (~11,3 m, 4 curvas)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894360" y="21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~12 cm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894360" y="27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14,27 cm  vs.  pose 2,45 cm</a:t>
            </a:r>
          </a:p>
        </p:txBody>
      </p:sp>
      <p:sp>
        <p:nvSpPr>
          <p:cNvPr id="66" name="Rectangle 66"/>
          <p:cNvSpPr/>
          <p:nvPr/>
        </p:nvSpPr>
        <p:spPr>
          <a:xfrm>
            <a:off x="5757200" y="33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7"/>
          <p:cNvSpPr/>
          <p:nvPr/>
        </p:nvSpPr>
        <p:spPr>
          <a:xfrm>
            <a:off x="5757200" y="33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5894360" y="34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Rota Curta (~0,9 m) — mesma da campanha principal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894360" y="37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&lt; 4 cm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894360" y="43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0,01 cm  vs.  pose 3,28 cm — diferença desprezível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100000"/>
            <a:ext cx="11274552" cy="9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5100000"/>
            <a:ext cx="91440" cy="95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51731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Rota curta: diferença desprezível (&lt; 4 cm) — valida a escolha metodológica da campanha principal.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54062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Em rotas mais longas, a diferença chega a ~12 cm — a fonte de trajetória passa a importar para a conclusão sobre repetibilidade.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1477</Words>
  <Application>Microsoft Office PowerPoint</Application>
  <PresentationFormat>Personalizar</PresentationFormat>
  <Paragraphs>212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Eduardo Wanderley</cp:lastModifiedBy>
  <cp:revision>2</cp:revision>
  <dcterms:created xsi:type="dcterms:W3CDTF">2013-01-27T09:14:16Z</dcterms:created>
  <dcterms:modified xsi:type="dcterms:W3CDTF">2026-09-25T17:22:03Z</dcterms:modified>
  <cp:category/>
</cp:coreProperties>
</file>